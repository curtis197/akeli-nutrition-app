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AKELI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Phase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32104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gens ont besoin de ce que tu sais faire.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· 30–40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besoin existe.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millions de personnes mangent une cuisine que les outils de nutrition ignorent.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74520"/>
            <a:ext cx="27432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👩‍⚕️  La soignante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Rentre à 21h. Veut manger ce qu'elle connaît. Rien ne lui propose.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874520"/>
            <a:ext cx="27432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L'étudiant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 africain avec 50€ / mois. Aucune ressource adaptée à son réel.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874520"/>
            <a:ext cx="274320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L'athlète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Veut manger africain sans perdre sa performance. Personne n'a construit ça.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4572000"/>
            <a:ext cx="8503920" cy="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 besoin existe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connais ta niche.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tu sais faire, personne d'autre ne peut le faire à ta place.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023360" cy="2651760"/>
          </a:xfrm>
          <a:prstGeom prst="rect">
            <a:avLst/>
          </a:prstGeom>
          <a:solidFill>
            <a:srgbClr val="1E2A26"/>
          </a:solidFill>
          <a:ln w="12700">
            <a:solidFill>
              <a:srgbClr val="A7BEA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tu as déjà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54864" cy="2560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connaissance de ta niche de l'intérieur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54096"/>
            <a:ext cx="54864" cy="2560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recettes que personne d'autre ne connaît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54864" cy="25603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5570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réalité de vie que tu partages avec tes futurs utilisateurs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4023360" cy="2651760"/>
          </a:xfrm>
          <a:prstGeom prst="rect">
            <a:avLst/>
          </a:prstGeom>
          <a:solidFill>
            <a:srgbClr val="222222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dont tu n'as pas besoin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487168"/>
            <a:ext cx="54864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chef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54864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9900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 des dizaines de milliers d'abonnés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37760" y="3621024"/>
            <a:ext cx="54864" cy="25603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5570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expertise en marketing ou en nutrition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Tu connais ta niche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savoir vaut quelque chose.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554480"/>
          </a:xfrm>
          <a:prstGeom prst="rect">
            <a:avLst/>
          </a:prstGeom>
          <a:solidFill>
            <a:srgbClr val="EDE7DB"/>
          </a:solidFill>
          <a:ln w="254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savoir culinaire a toujours nourri les gens.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Akeli fait en sorte qu'il nourrisse aussi celui qui le porte.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017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à la vue.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à l'algorithme. Pas au like.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18688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3017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la consommation réelle.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mange ta recette — tu es rémunéré pour ça.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71616" y="292608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08776" y="3017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fois créée, ça dure.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8776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savoir devient un actif — pas un contenu éphémère.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Ce savoir vaut quelque chose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Viens construire.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15087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"Ce qu'on construit, c'est un espace où votre savoir a de la place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de la valeur.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ce soir vous vous êtes reconnu — on se retrouve."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pour ouvrir l'échange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Est-ce qu'il y a une niche dans la salle ce soir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856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Qu'est-ce qui vous a amené ici 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Quel plat vous associe à une communauté précise 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Échange &amp; Invitation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Akeli — Live Phase 1 : Vision &amp; Fondations</dc:title>
  <dc:subject>PptxGenJS Presentation</dc:subject>
  <dc:creator>PptxGenJS</dc:creator>
  <cp:lastModifiedBy>PptxGenJS</cp:lastModifiedBy>
  <cp:revision>1</cp:revision>
  <dcterms:created xsi:type="dcterms:W3CDTF">2026-03-08T05:51:53Z</dcterms:created>
  <dcterms:modified xsi:type="dcterms:W3CDTF">2026-03-08T05:51:53Z</dcterms:modified>
</cp:coreProperties>
</file>