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Phase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3210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need what you know how to make.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30–40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exists.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eat a cuisine that nutrition tools completely ignore.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👩‍⚕️  The nurse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at 9pm. Wants to eat what she knows. Nothing offers that.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The student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African food on £40 a month. No resource built for that reality.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The athlete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eat African food without losing performance. Nobody has built that.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need exists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know your niche.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know how to make, no one else can make in your place.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23360" cy="2651760"/>
          </a:xfrm>
          <a:prstGeom prst="rect">
            <a:avLst/>
          </a:prstGeom>
          <a:solidFill>
            <a:srgbClr val="1E2A26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already have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niche knowledge — from the inside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no one else knows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5570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lived reality you share with your future 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23360" cy="2651760"/>
          </a:xfrm>
          <a:prstGeom prst="rect">
            <a:avLst/>
          </a:prstGeom>
          <a:solidFill>
            <a:srgbClr val="222222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don't need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87168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chef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tens of thousands of followers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621024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5570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or nutrition expertise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You know your niche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knowledge is worth something.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554480"/>
          </a:xfrm>
          <a:prstGeom prst="rect">
            <a:avLst/>
          </a:prstGeom>
          <a:solidFill>
            <a:srgbClr val="EDE7DB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Culinary knowledge has always fed people.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 makes sure it also feeds the person who carries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per view.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the algorithm. Not per like.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real consumption.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eats your recipe — you're paid for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 once, lasts.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knowledge becomes an asset — not a fleeting post.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That knowledge is worth something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build.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5087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we're building is a space where your knowledge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room and value.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tonight you recognised yourself — we'll meet again."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open the exchange: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Is there a niche in the room tonight?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What brought you here this evening?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What dish immediately connects you to a specific community?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Exchange &amp; Invitation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Akeli — Live Phase 1: Vision &amp; Foundations</dc:title>
  <dc:subject>PptxGenJS Presentation</dc:subject>
  <dc:creator>PptxGenJS</dc:creator>
  <cp:lastModifiedBy>PptxGenJS</cp:lastModifiedBy>
  <cp:revision>1</cp:revision>
  <dcterms:created xsi:type="dcterms:W3CDTF">2026-03-08T05:51:53Z</dcterms:created>
  <dcterms:modified xsi:type="dcterms:W3CDTF">2026-03-08T05:51:53Z</dcterms:modified>
</cp:coreProperties>
</file>