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0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AKELI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· Phase 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920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 &amp; Fondations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2697480"/>
            <a:ext cx="1371600" cy="36576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880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conversation — pas une présentation.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· 60–75 min · Mars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problème qu'on ne nomme jamais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8872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2743200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88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17190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désynchronisation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28600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cuisine africaine a été conçue pour des corps actifs, dans des climats chauds. Elle rencontre aujourd'hui une vie sédentaire en Europe. Ce n'est pas la cuisine qui est le problème — c'est le décalage.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18688" y="118872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1188720"/>
            <a:ext cx="2743200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18688" y="1188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55848" y="17190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vide des outils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55848" y="228600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applications de nutrition proposent du quinoa et du poulet grillé. Rien ne parle en langage culinaire africain. Personne n'a adressé ce problème sérieusement.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63056" y="118872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63056" y="1188720"/>
            <a:ext cx="2743200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63056" y="1188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0216" y="17190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problème universel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0216" y="228600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France, l'Inde, la Corée, les États-Unis vivent leur propre version de cette rupture. La diaspora africaine n'est pas seule. Akeli commence ici parce que le besoin y est le plus urgent.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2 — Le problème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41464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33488" y="4828032"/>
            <a:ext cx="64008" cy="64008"/>
          </a:xfrm>
          <a:prstGeom prst="oval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25512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17536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09560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01584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93608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85632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77656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trois profils de la diaspora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8872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274320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25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primo-arrivant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35–55 ans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05740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mange africain, cuisine africain. Pas de crise identitaire. Son problème : personne ne lui a dit que son alimentation pouvait s'adapter à la vie en Europe.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18688" y="118872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1188720"/>
            <a:ext cx="2743200" cy="73152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325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7BE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déraciné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55848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15–35 ans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55848" y="205740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 ou arrivé très jeune. Intégré dans la culture française. Il cherche la praticité — comment habiter la cuisine de ses parents dans sa vie d'aujourd'hui.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63056" y="118872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63056" y="1188720"/>
            <a:ext cx="2743200" cy="7315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1325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CCC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diasporant identitaire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0216" y="173736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Bruyant sur les réseaux. Parle de retour aux sources. Fidélité fragile. Akeli ne structure pas son message autour de ce profil.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5720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Akeli s'adresse aux deux premiers profils.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3 — Les profils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41464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33488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25512" y="4828032"/>
            <a:ext cx="64008" cy="64008"/>
          </a:xfrm>
          <a:prstGeom prst="oval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17536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09560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01584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93608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85632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77656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Réalignment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046720" cy="1371600"/>
          </a:xfrm>
          <a:prstGeom prst="rect">
            <a:avLst/>
          </a:prstGeom>
          <a:solidFill>
            <a:srgbClr val="252525"/>
          </a:solidFill>
          <a:ln w="25400">
            <a:solidFill>
              <a:srgbClr val="B850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61872"/>
            <a:ext cx="75895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"Tu n'as pas à choisir entre qui tu es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 comment tu veux te sentir."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2788920"/>
            <a:ext cx="3977640" cy="1965960"/>
          </a:xfrm>
          <a:prstGeom prst="rect">
            <a:avLst/>
          </a:prstGeom>
          <a:solidFill>
            <a:srgbClr val="252525"/>
          </a:solidFill>
          <a:ln w="12700">
            <a:solidFill>
              <a:srgbClr val="884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834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84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régime…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24612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du principe que tu manges mal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Impose une rupture avec ta culture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Culpabilise et contraint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Échoue à long terme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2788920"/>
            <a:ext cx="3977640" cy="1965960"/>
          </a:xfrm>
          <a:prstGeom prst="rect">
            <a:avLst/>
          </a:prstGeom>
          <a:solidFill>
            <a:srgbClr val="252525"/>
          </a:solidFill>
          <a:ln w="12700">
            <a:solidFill>
              <a:srgbClr val="A7BEA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2834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7BE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réalignment…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324612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 alimentation n'est pas l'ennemie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sans demander de changer qui tu es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Respecte l'histoire du corps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Synchronise — ne sanctionne pas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4 — Ce qu'est Akeli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141464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33488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25512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17536" y="4828032"/>
            <a:ext cx="64008" cy="64008"/>
          </a:xfrm>
          <a:prstGeom prst="oval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09560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01584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93608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85632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77656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qu'Akeli n'est pas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43000"/>
            <a:ext cx="4114800" cy="3611880"/>
          </a:xfrm>
          <a:prstGeom prst="rect">
            <a:avLst/>
          </a:prstGeom>
          <a:solidFill>
            <a:srgbClr val="FDECEA"/>
          </a:solidFill>
          <a:ln w="12700">
            <a:solidFill>
              <a:srgbClr val="C05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344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5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qu'il n'est pas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" y="1828800"/>
            <a:ext cx="54864" cy="228600"/>
          </a:xfrm>
          <a:prstGeom prst="rect">
            <a:avLst/>
          </a:prstGeom>
          <a:solidFill>
            <a:srgbClr val="C05050"/>
          </a:solidFill>
          <a:ln w="12700">
            <a:solidFill>
              <a:srgbClr val="C05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737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une application de calories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" y="2359152"/>
            <a:ext cx="54864" cy="228600"/>
          </a:xfrm>
          <a:prstGeom prst="rect">
            <a:avLst/>
          </a:prstGeom>
          <a:solidFill>
            <a:srgbClr val="C05050"/>
          </a:solidFill>
          <a:ln w="12700">
            <a:solidFill>
              <a:srgbClr val="C050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2677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un régime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" y="2889504"/>
            <a:ext cx="54864" cy="228600"/>
          </a:xfrm>
          <a:prstGeom prst="rect">
            <a:avLst/>
          </a:prstGeom>
          <a:solidFill>
            <a:srgbClr val="C05050"/>
          </a:solidFill>
          <a:ln w="12700">
            <a:solidFill>
              <a:srgbClr val="C050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79806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un mouvement culturel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" y="3419856"/>
            <a:ext cx="54864" cy="228600"/>
          </a:xfrm>
          <a:prstGeom prst="rect">
            <a:avLst/>
          </a:prstGeom>
          <a:solidFill>
            <a:srgbClr val="C05050"/>
          </a:solidFill>
          <a:ln w="12700">
            <a:solidFill>
              <a:srgbClr val="C050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32841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une solution miracle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" y="3950208"/>
            <a:ext cx="54864" cy="228600"/>
          </a:xfrm>
          <a:prstGeom prst="rect">
            <a:avLst/>
          </a:prstGeom>
          <a:solidFill>
            <a:srgbClr val="C05050"/>
          </a:solidFill>
          <a:ln w="12700">
            <a:solidFill>
              <a:srgbClr val="C050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8587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un media d'influenceurs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1143000"/>
            <a:ext cx="4114800" cy="3611880"/>
          </a:xfrm>
          <a:prstGeom prst="rect">
            <a:avLst/>
          </a:prstGeom>
          <a:solidFill>
            <a:srgbClr val="EDF4F0"/>
          </a:solidFill>
          <a:ln w="12700">
            <a:solidFill>
              <a:srgbClr val="A7BEA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12344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7BE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qu'il est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73752" y="1828800"/>
            <a:ext cx="54864" cy="22860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56632" y="1737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espace où le savoir culinaire a de la valeur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73752" y="2359152"/>
            <a:ext cx="54864" cy="22860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56632" y="22677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lieu de réalignment — pas de correction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73752" y="2889504"/>
            <a:ext cx="54864" cy="22860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56632" y="279806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modernité au service de la reconnexion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73752" y="3419856"/>
            <a:ext cx="54864" cy="22860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56632" y="332841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projet construit avec ceux qui portent ce savoir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73752" y="3950208"/>
            <a:ext cx="54864" cy="22860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56632" y="38587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alternative paisible et honnête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4 — Ce qu'est Akeli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141464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33488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25512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17536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09560" y="4828032"/>
            <a:ext cx="64008" cy="64008"/>
          </a:xfrm>
          <a:prstGeom prst="oval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01584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93608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85632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677656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créateur Akeli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43000"/>
            <a:ext cx="8503920" cy="914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70432"/>
            <a:ext cx="81381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grand-mère qui a adapté le ndolé au marché parisien pendant 40 ans détient un savoir qu'aucun nutritionniste n'a produit.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2194560"/>
            <a:ext cx="4114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286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7BE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créateur Akeli est…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7432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Quelqu'un qui partage ce qu'il sait faire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2004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Sa niche lui ressemble — il n'a pas à la construire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6576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Rémunéré à la consommation réelle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41148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Un expert de sa réalité quotidienne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194560"/>
            <a:ext cx="4114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2286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5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créateur n'est pas…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7432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Un influenceur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32004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Un expert en nutrition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36576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Quelqu'un avec beaucoup d'abonnés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41148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Un commercial pour Akeli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5 — Le créateur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141464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33488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25512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17536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09560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01584" y="4828032"/>
            <a:ext cx="64008" cy="64008"/>
          </a:xfrm>
          <a:prstGeom prst="oval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93608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85632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77656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7BE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Échange ouvert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bloc le plus important du live.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8321040" cy="868680"/>
          </a:xfrm>
          <a:prstGeom prst="rect">
            <a:avLst/>
          </a:prstGeom>
          <a:solidFill>
            <a:srgbClr val="222222"/>
          </a:solidFill>
          <a:ln w="12700">
            <a:solidFill>
              <a:srgbClr val="A7BEA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581912"/>
            <a:ext cx="78638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"Est-ce que l'un d'entre vous a vécu ce décalage dont on parle ?"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606040"/>
            <a:ext cx="8321040" cy="868680"/>
          </a:xfrm>
          <a:prstGeom prst="rect">
            <a:avLst/>
          </a:prstGeom>
          <a:solidFill>
            <a:srgbClr val="222222"/>
          </a:solidFill>
          <a:ln w="12700">
            <a:solidFill>
              <a:srgbClr val="A7BEA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633472"/>
            <a:ext cx="78638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"Quel plat vous manque le plus dans votre quotidien ici ?"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3657600"/>
            <a:ext cx="8321040" cy="868680"/>
          </a:xfrm>
          <a:prstGeom prst="rect">
            <a:avLst/>
          </a:prstGeom>
          <a:solidFill>
            <a:srgbClr val="222222"/>
          </a:solidFill>
          <a:ln w="12700">
            <a:solidFill>
              <a:srgbClr val="A7BEA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3685032"/>
            <a:ext cx="78638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"Qu'est-ce qui vous a retenu de partager votre cuisine jusqu'à maintenant ?"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4617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Écouter plus qu'on ne parle. Recevoir avec curiosité — pas avec validation.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6 — Échange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141464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33488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25512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17536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09560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01584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93608" y="4828032"/>
            <a:ext cx="64008" cy="64008"/>
          </a:xfrm>
          <a:prstGeom prst="oval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85632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77656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 clore.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046720" cy="1463040"/>
          </a:xfrm>
          <a:prstGeom prst="rect">
            <a:avLst/>
          </a:prstGeom>
          <a:solidFill>
            <a:srgbClr val="252525"/>
          </a:solidFill>
          <a:ln w="25400">
            <a:solidFill>
              <a:srgbClr val="B850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61872"/>
            <a:ext cx="758952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"Ce qu'on construit ensemble, c'est un espace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où votre savoir a de la place.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ça vous parle, la prochaine étape est simple — on se retrouve."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2880360"/>
            <a:ext cx="8046720" cy="384048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88036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Pas de call-to-action agressif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3355848"/>
            <a:ext cx="8046720" cy="384048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35584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Pas de «inscrivez-vous maintenant»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831336"/>
            <a:ext cx="8046720" cy="384048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83133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Pas de promesse de transformation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7 — Clôture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141464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33488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25512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17536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09560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01584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93608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85632" y="4828032"/>
            <a:ext cx="64008" cy="64008"/>
          </a:xfrm>
          <a:prstGeom prst="oval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77656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garder en tête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1280160"/>
            <a:ext cx="3977640" cy="118872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3716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Vérité Tranquille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 calme. Pas de superlatifs. Pas d'enthousiasme forcé.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977640" cy="118872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3716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20 % / 80 %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17830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parles 20 % du temps. L'échange occupe 80 %.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743200"/>
            <a:ext cx="3977640" cy="118872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8346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expose — on ne prescrit pas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2461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fait est posé. La conclusion appartient au membre.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743200"/>
            <a:ext cx="3977640" cy="118872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28346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langage simple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32461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une phrase ne peut pas être dite en mangeant avec un ami — la reformuler.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posture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141464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33488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25512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17536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09560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01584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93608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85632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77656" y="4828032"/>
            <a:ext cx="64008" cy="64008"/>
          </a:xfrm>
          <a:prstGeom prst="oval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Akeli — Live Phase 1 : Vision &amp; Fondations</dc:title>
  <dc:subject>PptxGenJS Presentation</dc:subject>
  <dc:creator>Curtis — Fondateur Akeli</dc:creator>
  <cp:lastModifiedBy>Curtis — Fondateur Akeli</cp:lastModifiedBy>
  <cp:revision>1</cp:revision>
  <dcterms:created xsi:type="dcterms:W3CDTF">2026-03-07T18:14:05Z</dcterms:created>
  <dcterms:modified xsi:type="dcterms:W3CDTF">2026-03-07T18:14:05Z</dcterms:modified>
</cp:coreProperties>
</file>