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00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AKELI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· Phase 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920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 &amp; Foundations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2920" y="2697480"/>
            <a:ext cx="1371600" cy="36576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880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conversation — not a presentation.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· 60–75 min · March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no one names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8872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2743200" cy="4572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88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17190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desynchronisation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286000"/>
            <a:ext cx="2468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cuisine was built for active bodies, in warm climates. Today it meets sedentary lives in Europe. The cuisine isn't the problem — the gap is.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18688" y="118872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1188720"/>
            <a:ext cx="2743200" cy="4572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18688" y="1188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55848" y="17190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empty toolkit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55848" y="2286000"/>
            <a:ext cx="2468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 apps offer quinoa and grilled chicken. Nothing speaks the language of African food. No one has seriously addressed this gap.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63056" y="118872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63056" y="1188720"/>
            <a:ext cx="2743200" cy="4572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63056" y="1188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00216" y="17190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universal problem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0216" y="2286000"/>
            <a:ext cx="2468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France, India, Korea, the United States each live their own version of this rupture. The African diaspora isn't alone. Akeli starts here because the need is most urgent.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8280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 — The problem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141464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33488" y="4828032"/>
            <a:ext cx="64008" cy="64008"/>
          </a:xfrm>
          <a:prstGeom prst="oval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25512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17536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09560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01584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93608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85632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77656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diaspora profiles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8872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274320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258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first-generation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35–55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05740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Eats African. Cooks African. No identity crisis. Their problem: no one has told them their food could adapt to life in Europe.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18688" y="118872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1188720"/>
            <a:ext cx="2743200" cy="73152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3258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7BE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second-generation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55848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15–35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55848" y="205740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 here or arrived young. Integrated. They want practicality — how to carry their parents' food into today's life.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63056" y="118872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63056" y="1188720"/>
            <a:ext cx="2743200" cy="7315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0216" y="13258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CCC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identity-driven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0216" y="173736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Loud online. Talks about returning to roots. Fragile loyalty. Akeli doesn't build its message around this profile.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5720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Akeli speaks to the first two profiles.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8280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3 — The profiles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141464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33488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25512" y="4828032"/>
            <a:ext cx="64008" cy="64008"/>
          </a:xfrm>
          <a:prstGeom prst="oval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17536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09560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01584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93608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85632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77656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Realignment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046720" cy="1371600"/>
          </a:xfrm>
          <a:prstGeom prst="rect">
            <a:avLst/>
          </a:prstGeom>
          <a:solidFill>
            <a:srgbClr val="252525"/>
          </a:solidFill>
          <a:ln w="25400">
            <a:solidFill>
              <a:srgbClr val="B850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261872"/>
            <a:ext cx="758952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"You don't have to choose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between who you are and how you want to feel."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2788920"/>
            <a:ext cx="3977640" cy="1965960"/>
          </a:xfrm>
          <a:prstGeom prst="rect">
            <a:avLst/>
          </a:prstGeom>
          <a:solidFill>
            <a:srgbClr val="252525"/>
          </a:solidFill>
          <a:ln w="12700">
            <a:solidFill>
              <a:srgbClr val="884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2834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84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diet…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3246120"/>
            <a:ext cx="3566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you eat wrong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Demands a break from your culture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Guilt, constraint, failure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against the person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00600" y="2788920"/>
            <a:ext cx="3977640" cy="1965960"/>
          </a:xfrm>
          <a:prstGeom prst="rect">
            <a:avLst/>
          </a:prstGeom>
          <a:solidFill>
            <a:srgbClr val="252525"/>
          </a:solidFill>
          <a:ln w="12700">
            <a:solidFill>
              <a:srgbClr val="A7BEA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83480" y="2834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7BE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Realignment…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3246120"/>
            <a:ext cx="3566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food is not your enemy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Adjusts without asking you to change who you are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Respects the body's history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Synchronises — never punishes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48280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4 — What Akeli is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141464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33488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25512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17536" y="4828032"/>
            <a:ext cx="64008" cy="64008"/>
          </a:xfrm>
          <a:prstGeom prst="oval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09560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01584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93608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85632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77656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Akeli is not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43000"/>
            <a:ext cx="4114800" cy="3611880"/>
          </a:xfrm>
          <a:prstGeom prst="rect">
            <a:avLst/>
          </a:prstGeom>
          <a:solidFill>
            <a:srgbClr val="FDECEA"/>
          </a:solidFill>
          <a:ln w="12700">
            <a:solidFill>
              <a:srgbClr val="C05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344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50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it's not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912" y="1828800"/>
            <a:ext cx="54864" cy="228600"/>
          </a:xfrm>
          <a:prstGeom prst="rect">
            <a:avLst/>
          </a:prstGeom>
          <a:solidFill>
            <a:srgbClr val="C05050"/>
          </a:solidFill>
          <a:ln w="12700">
            <a:solidFill>
              <a:srgbClr val="C050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737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calorie counter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" y="2359152"/>
            <a:ext cx="54864" cy="228600"/>
          </a:xfrm>
          <a:prstGeom prst="rect">
            <a:avLst/>
          </a:prstGeom>
          <a:solidFill>
            <a:srgbClr val="C05050"/>
          </a:solidFill>
          <a:ln w="12700">
            <a:solidFill>
              <a:srgbClr val="C050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2677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diet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" y="2889504"/>
            <a:ext cx="54864" cy="228600"/>
          </a:xfrm>
          <a:prstGeom prst="rect">
            <a:avLst/>
          </a:prstGeom>
          <a:solidFill>
            <a:srgbClr val="C05050"/>
          </a:solidFill>
          <a:ln w="12700">
            <a:solidFill>
              <a:srgbClr val="C050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79806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cultural movement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" y="3419856"/>
            <a:ext cx="54864" cy="228600"/>
          </a:xfrm>
          <a:prstGeom prst="rect">
            <a:avLst/>
          </a:prstGeom>
          <a:solidFill>
            <a:srgbClr val="C05050"/>
          </a:solidFill>
          <a:ln w="12700">
            <a:solidFill>
              <a:srgbClr val="C050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332841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miracle solution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" y="3950208"/>
            <a:ext cx="54864" cy="228600"/>
          </a:xfrm>
          <a:prstGeom prst="rect">
            <a:avLst/>
          </a:prstGeom>
          <a:solidFill>
            <a:srgbClr val="C05050"/>
          </a:solidFill>
          <a:ln w="12700">
            <a:solidFill>
              <a:srgbClr val="C050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8587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influencer platform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1143000"/>
            <a:ext cx="4114800" cy="3611880"/>
          </a:xfrm>
          <a:prstGeom prst="rect">
            <a:avLst/>
          </a:prstGeom>
          <a:solidFill>
            <a:srgbClr val="EDF4F0"/>
          </a:solidFill>
          <a:ln w="12700">
            <a:solidFill>
              <a:srgbClr val="A7BEA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92040" y="12344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7BE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is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73752" y="1828800"/>
            <a:ext cx="54864" cy="228600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56632" y="1737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space where culinary knowledge has value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73752" y="2359152"/>
            <a:ext cx="54864" cy="228600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56632" y="22677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place of realignment — not correction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73752" y="2889504"/>
            <a:ext cx="54864" cy="228600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56632" y="279806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Modernity in service of reconnection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73752" y="3419856"/>
            <a:ext cx="54864" cy="228600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56632" y="332841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those who carry this knowledge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73752" y="3950208"/>
            <a:ext cx="54864" cy="228600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56632" y="38587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calm, honest alternative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8280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4 — What Akeli is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141464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33488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25512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17536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909560" y="4828032"/>
            <a:ext cx="64008" cy="64008"/>
          </a:xfrm>
          <a:prstGeom prst="oval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01584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93608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85632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677656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Akeli creator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43000"/>
            <a:ext cx="8503920" cy="9144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170432"/>
            <a:ext cx="81381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grandmother who adapted ndolé to the Parisian market for 40 years holds knowledge no nutritionist has produced.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2194560"/>
            <a:ext cx="41148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2286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7BE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Akeli creator is…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74320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Someone who shares what they know how to make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20040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Their niche looks like them — no artificial build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65760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Earns on real recipe consumption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411480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An expert in their own daily reality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194560"/>
            <a:ext cx="41148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2286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50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creator is not…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74320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An influencer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320040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 nutrition expert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365760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Someone with a large following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411480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 salesperson for Akeli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8280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5 — The creator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141464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33488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25512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17536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09560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01584" y="4828032"/>
            <a:ext cx="64008" cy="64008"/>
          </a:xfrm>
          <a:prstGeom prst="oval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93608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485632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77656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A7BE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exchange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block in the live.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8321040" cy="868680"/>
          </a:xfrm>
          <a:prstGeom prst="rect">
            <a:avLst/>
          </a:prstGeom>
          <a:solidFill>
            <a:srgbClr val="222222"/>
          </a:solidFill>
          <a:ln w="12700">
            <a:solidFill>
              <a:srgbClr val="A7BEA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581912"/>
            <a:ext cx="78638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"Has anyone here experienced this gap we've been talking about?"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606040"/>
            <a:ext cx="8321040" cy="868680"/>
          </a:xfrm>
          <a:prstGeom prst="rect">
            <a:avLst/>
          </a:prstGeom>
          <a:solidFill>
            <a:srgbClr val="222222"/>
          </a:solidFill>
          <a:ln w="12700">
            <a:solidFill>
              <a:srgbClr val="A7BEA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633472"/>
            <a:ext cx="78638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"What dish do you miss most in your daily life here?"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3657600"/>
            <a:ext cx="8321040" cy="868680"/>
          </a:xfrm>
          <a:prstGeom prst="rect">
            <a:avLst/>
          </a:prstGeom>
          <a:solidFill>
            <a:srgbClr val="222222"/>
          </a:solidFill>
          <a:ln w="12700">
            <a:solidFill>
              <a:srgbClr val="A7BEA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3685032"/>
            <a:ext cx="78638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"What has held you back from sharing your food until now?"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4617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more than you speak. Receive with curiosity — not validation.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48280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6 — Exchange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141464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33488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25512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17536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09560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01584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93608" y="4828032"/>
            <a:ext cx="64008" cy="64008"/>
          </a:xfrm>
          <a:prstGeom prst="oval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85632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77656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close.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046720" cy="1463040"/>
          </a:xfrm>
          <a:prstGeom prst="rect">
            <a:avLst/>
          </a:prstGeom>
          <a:solidFill>
            <a:srgbClr val="252525"/>
          </a:solidFill>
          <a:ln w="25400">
            <a:solidFill>
              <a:srgbClr val="B850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261872"/>
            <a:ext cx="758952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"What we're building together is a space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your knowledge has room.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this speaks to you, the next step is simple — we'll meet again."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2880360"/>
            <a:ext cx="8046720" cy="384048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88036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aggressive call to action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3355848"/>
            <a:ext cx="8046720" cy="384048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35584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«sign up now»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831336"/>
            <a:ext cx="8046720" cy="384048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83133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promise of transformation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48280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7 — Closing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141464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33488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25512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17536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09560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01584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93608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85632" y="4828032"/>
            <a:ext cx="64008" cy="64008"/>
          </a:xfrm>
          <a:prstGeom prst="oval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77656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in mind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1280160"/>
            <a:ext cx="3977640" cy="118872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3716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Quiet Truth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calm. No superlatives. No forced enthusiasm.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280160"/>
            <a:ext cx="3977640" cy="118872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3716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 / 80%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37760" y="17830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speak 20% of the time. The exchange fills 80%.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743200"/>
            <a:ext cx="3977640" cy="118872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28346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Expose — never prescribe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2461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fact is laid down. The conclusion belongs to the member.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743200"/>
            <a:ext cx="3977640" cy="118872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28346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Plain language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32461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sentence can't be said over a meal with a friend — rewrite it.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8280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 reminder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141464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33488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25512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17536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09560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01584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93608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85632" y="4828032"/>
            <a:ext cx="64008" cy="64008"/>
          </a:xfrm>
          <a:prstGeom prst="oval">
            <a:avLst/>
          </a:prstGeom>
          <a:solidFill>
            <a:srgbClr val="D4C8B8">
              <a:alpha val="70000"/>
            </a:srgbClr>
          </a:solidFill>
          <a:ln w="12700">
            <a:solidFill>
              <a:srgbClr val="D4C8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77656" y="4828032"/>
            <a:ext cx="64008" cy="64008"/>
          </a:xfrm>
          <a:prstGeom prst="oval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Akeli — Live Phase 1: Vision &amp; Foundations</dc:title>
  <dc:subject>PptxGenJS Presentation</dc:subject>
  <dc:creator>Curtis — Founder Akeli</dc:creator>
  <cp:lastModifiedBy>Curtis — Founder Akeli</cp:lastModifiedBy>
  <cp:revision>1</cp:revision>
  <dcterms:created xsi:type="dcterms:W3CDTF">2026-03-07T18:14:05Z</dcterms:created>
  <dcterms:modified xsi:type="dcterms:W3CDTF">2026-03-07T18:14:05Z</dcterms:modified>
</cp:coreProperties>
</file>